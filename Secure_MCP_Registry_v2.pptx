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MCP Registry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MCP, up to a governed runtime.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949440" y="3840480"/>
            <a:ext cx="4572000" cy="502920"/>
          </a:xfrm>
          <a:prstGeom prst="rect">
            <a:avLst/>
          </a:prstGeom>
          <a:solidFill>
            <a:srgbClr val="1E5F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14032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 (catalog · publishers · listings)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4343400"/>
            <a:ext cx="4572000" cy="502920"/>
          </a:xfrm>
          <a:prstGeom prst="rect">
            <a:avLst/>
          </a:prstGeom>
          <a:solidFill>
            <a:srgbClr val="1A4A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SecureMCP  (policy · contracts · consent · provenance · reflexive)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4846320"/>
            <a:ext cx="4572000" cy="502920"/>
          </a:xfrm>
          <a:prstGeom prst="rect">
            <a:avLst/>
          </a:prstGeom>
          <a:solidFill>
            <a:srgbClr val="13376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4846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 (Python framework · transports · SDK)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5349240"/>
            <a:ext cx="4572000" cy="502920"/>
          </a:xfrm>
          <a:prstGeom prst="rect">
            <a:avLst/>
          </a:prstGeom>
          <a:solidFill>
            <a:srgbClr val="0C2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5349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(open protocol · tools · resources · prompts)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trust → builds on the one below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semi-technical walkthrough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policy · provenance · live behaviour — for every MCP call your agents make.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for plugging tools, data, and prompts into any LLM client.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wire protocol.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defines how an LLM-driven client (Claude Desktop, Cursor, an agent runtime) discovers what an external server can do, and how it calls those capabilities — using JSON-RPC over stdio or HTTP.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standardises three things a server can offer: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callable functions (search, send_email, run_query)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addressable data (file://…, db://…, https://…)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pre-authored interaction templates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53035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45720" cy="4023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505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call flows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1554480" cy="777240"/>
          </a:xfrm>
          <a:prstGeom prst="rect">
            <a:avLst/>
          </a:prstGeom>
          <a:solidFill>
            <a:srgbClr val="EAF1FA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26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IDE · desktop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75520" y="2926080"/>
            <a:ext cx="1554480" cy="777240"/>
          </a:xfrm>
          <a:prstGeom prst="rect">
            <a:avLst/>
          </a:prstGeom>
          <a:solidFill>
            <a:srgbClr val="E5F1F1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2926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resources · prompts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list_tools / call_tool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3200400"/>
            <a:ext cx="1645920" cy="0"/>
          </a:xfrm>
          <a:prstGeom prst="line">
            <a:avLst/>
          </a:prstGeom>
          <a:noFill/>
          <a:ln w="19050">
            <a:solidFill>
              <a:srgbClr val="0F274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0" y="3493008"/>
            <a:ext cx="164592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8229600" y="3566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resource · stream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4389120"/>
            <a:ext cx="1143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389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73568" y="4389120"/>
            <a:ext cx="1143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4389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80576" y="4389120"/>
            <a:ext cx="1143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4389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387584" y="4389120"/>
            <a:ext cx="1143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87584" y="4389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streamable-http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standard. Vendor-neutral. Anyone can write a client or a server.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the USB-C of the LLM tool ecosystem.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— the Python framework that ate MCP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Decorators, typed parameters, multi-transport, a real client SDK. It is how most production MCP servers are written.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852160" cy="3931920"/>
          </a:xfrm>
          <a:prstGeom prst="rect">
            <a:avLst/>
          </a:prstGeom>
          <a:solidFill>
            <a:srgbClr val="0F1F38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5303520" cy="0"/>
          </a:xfrm>
          <a:prstGeom prst="line">
            <a:avLst/>
          </a:prstGeom>
          <a:noFill/>
          <a:ln w="6350">
            <a:solidFill>
              <a:srgbClr val="1F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803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fastmcp import FastMCP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1181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558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FastMCP("acme-tools")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593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8313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0690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search(query: str) -&gt; list[str]: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3068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"""Free-text search across the catalog."""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5445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engine.query(query)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7823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0200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@mcp.resource("catalog://{slug}")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catalog(slug: str) -&gt; dict: ...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4955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7332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mcp.run(transport="streamable-http")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FastMCP adds on top of MCP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743200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2724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surface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3017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@resource, @prompt — Python type hints become the wire schema. No JSON-Schema by hand.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3703320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36850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transports built-in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stdio, HTTP, SSE, streamable-http — flip via one argument; pick what your client speaks.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4663440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46451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SDK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Client class for testing and orchestration: list_tools(), call_tool(), session lifecycle.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766560" y="5623560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0" y="5605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chain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0" y="5897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hooks around every request — the seam SecureMCP plugs into next.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SecureMCP — the governance shell around any MCP server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pluggable middleware planes that wrap a FastMCP server. Each one watches a different aspect of every call. Opt-in, observable, hot-toggleable.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63240" y="2788920"/>
            <a:ext cx="6035040" cy="3017520"/>
          </a:xfrm>
          <a:prstGeom prst="ellipse">
            <a:avLst/>
          </a:prstGeom>
          <a:solidFill>
            <a:srgbClr val="E9F1F1"/>
          </a:solidFill>
          <a:ln w="19050">
            <a:solidFill>
              <a:srgbClr val="0F8B8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66360" y="3794760"/>
            <a:ext cx="1828800" cy="100584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3794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2148840"/>
            <a:ext cx="1554480" cy="45720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965960"/>
            <a:ext cx="1554480" cy="457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2148840"/>
            <a:ext cx="1554480" cy="457200"/>
          </a:xfrm>
          <a:prstGeom prst="rect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5715000"/>
            <a:ext cx="1554480" cy="45720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5715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23160" y="5715000"/>
            <a:ext cx="1554480" cy="457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5715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65960" y="4297680"/>
            <a:ext cx="1051560" cy="0"/>
          </a:xfrm>
          <a:prstGeom prst="line">
            <a:avLst/>
          </a:prstGeom>
          <a:noFill/>
          <a:ln w="19050">
            <a:solidFill>
              <a:srgbClr val="0F274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463040" y="60350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walks the chain. Any plane can deny, attach a contract clause, or write a record. None of them require the underlying server to know they exist.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LAYER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control planes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plane gates, and what each plane records — keyed by the caller's identity.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11556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04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2404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 LEAVES BEHIND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10835640" cy="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880360"/>
            <a:ext cx="54864" cy="52120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803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Kernel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8803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deny / defer per request, evaluated against pluggable providers (RBAC, ABAC, allowlist, rate-limit, temporal, compliance).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28803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PolicyResult — decision, reason, policy_id, constraints. Optional audit row.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3493008"/>
            <a:ext cx="10835640" cy="0"/>
          </a:xfrm>
          <a:prstGeom prst="line">
            <a:avLst/>
          </a:prstGeom>
          <a:noFill/>
          <a:ln w="6350">
            <a:solidFill>
              <a:srgbClr val="EAE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38728"/>
            <a:ext cx="54864" cy="5212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387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Broker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353872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Negotiates and validates agent ↔ server contracts: which actions, which terms, what duration.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35387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record — agent_id, server_id, term list, status, signatures.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151376"/>
            <a:ext cx="10835640" cy="0"/>
          </a:xfrm>
          <a:prstGeom prst="line">
            <a:avLst/>
          </a:prstGeom>
          <a:noFill/>
          <a:ln w="6350">
            <a:solidFill>
              <a:srgbClr val="EAE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97096"/>
            <a:ext cx="54864" cy="521208"/>
          </a:xfrm>
          <a:prstGeom prst="rect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19709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Graph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419709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target → scope checks across delegation chains (read / write / execute, with expiry).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41970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ConsentDecision — granted, the path of edges that authorised 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809744"/>
            <a:ext cx="10835640" cy="0"/>
          </a:xfrm>
          <a:prstGeom prst="line">
            <a:avLst/>
          </a:prstGeom>
          <a:noFill/>
          <a:ln w="6350">
            <a:solidFill>
              <a:srgbClr val="EAE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855464"/>
            <a:ext cx="54864" cy="52120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85546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Ledger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97480" y="485546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hash-linked record of every call. Tamper-evident chain.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485546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ProvenanceRecord — actor_id, action, resource, input/output hashes, prev_hash.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" y="5468112"/>
            <a:ext cx="10835640" cy="0"/>
          </a:xfrm>
          <a:prstGeom prst="line">
            <a:avLst/>
          </a:prstGeom>
          <a:noFill/>
          <a:ln w="6350">
            <a:solidFill>
              <a:srgbClr val="EAE6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513832"/>
            <a:ext cx="54864" cy="5212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5138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 Core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97480" y="55138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actor's behavioural baseline; flags drift in real time.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0" y="55138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DriftEvent — metric, sigma deviation, severity (info → critical).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6350">
            <a:solidFill>
              <a:srgbClr val="EAE6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217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plane is opt-in, hot-toggleable from the admin UI, and individually testable.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— a vetted catalog of MCP tools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SecureMCP. Every listing is signed, the upstream is pinned, and the trust posture is visible before anyone calls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86000"/>
            <a:ext cx="45720" cy="402336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listing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tool_name · version · publisher_id · author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permissions, data flows, classifications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(publisher self-signs) or CURATOR (a vouching reviewer)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4526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+ identifier + pinned hash · npm, PyPI, Docker, HTTP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5074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5074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 by the certification pipeline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PENDING_REVIEW → PUBLISHED → SUSPENDED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28600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286000"/>
            <a:ext cx="45720" cy="2286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50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2852928"/>
            <a:ext cx="868680" cy="25603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8529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linkable spec — clients run it themselves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3273552"/>
            <a:ext cx="868680" cy="25603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registry-hosted gateway · enforces allowlist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38039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upstream channels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37960" y="4105656"/>
            <a:ext cx="914400" cy="329184"/>
          </a:xfrm>
          <a:prstGeom prst="rect">
            <a:avLst/>
          </a:prstGeom>
          <a:solidFill>
            <a:srgbClr val="EDF1F0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1056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07224" y="4105656"/>
            <a:ext cx="914400" cy="329184"/>
          </a:xfrm>
          <a:prstGeom prst="rect">
            <a:avLst/>
          </a:prstGeom>
          <a:solidFill>
            <a:srgbClr val="EDF1F0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07224" y="41056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76488" y="4105656"/>
            <a:ext cx="914400" cy="329184"/>
          </a:xfrm>
          <a:prstGeom prst="rect">
            <a:avLst/>
          </a:prstGeom>
          <a:solidFill>
            <a:srgbClr val="EDF1F0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76488" y="41056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445752" y="4105656"/>
            <a:ext cx="914400" cy="329184"/>
          </a:xfrm>
          <a:prstGeom prst="rect">
            <a:avLst/>
          </a:prstGeom>
          <a:solidFill>
            <a:srgbClr val="EDF1F0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45752" y="41056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5394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4754880"/>
            <a:ext cx="45720" cy="1554480"/>
          </a:xfrm>
          <a:prstGeom prst="rect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49194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kinds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3796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5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publisher signs their own listing.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7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registry curator vouches for an upstream MCP server they observed (e.g. a popular npm server). The original author isn't involved.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tool becomes a published listing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onboarding paths feed the same review queue. Humans approve. Nothing reaches the catalog without an audit trail.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45720" cy="352044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04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5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· PUBLISHER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signs their own listing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182112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  — scaffold a project with a security-manifest template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685032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 — sync artifacts, verify the manifest, run preflight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187952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— write the publish-ready dist artifacts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690872"/>
            <a:ext cx="384048" cy="384048"/>
          </a:xfrm>
          <a:prstGeom prst="ellipse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6908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 — upload, sign, receive PENDING_REVIEW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983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on publish: manifest · attestation · package digest · publisher identity.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24028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240280"/>
            <a:ext cx="45720" cy="3520440"/>
          </a:xfrm>
          <a:prstGeom prst="rect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404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7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· CURATOR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vouches for an upstream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3182112"/>
            <a:ext cx="384048" cy="384048"/>
          </a:xfrm>
          <a:prstGeom prst="ellipse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   — paste an npm / pypi / docker / http upstream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685032"/>
            <a:ext cx="384048" cy="384048"/>
          </a:xfrm>
          <a:prstGeom prst="ellipse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introspect — registry connects, lists tools, derives a draft manifest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4187952"/>
            <a:ext cx="384048" cy="384048"/>
          </a:xfrm>
          <a:prstGeom prst="ellipse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   — curator confirms scope, signs, lands as PENDING_REVIEW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690872"/>
            <a:ext cx="384048" cy="384048"/>
          </a:xfrm>
          <a:prstGeom prst="ellipse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0" y="46908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   — moderator approves, rejects, or asks for changes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983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tool author isn't involved. The curator's identity is what's vouched.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7280" y="5989320"/>
            <a:ext cx="9966960" cy="45720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5989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paths land in the same Review Queue (Reviewer / Admin) → PUBLISHED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 — finally, real identities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recently, every plane saw a different opaque token prefix. Now every authenticated request flows through with one stable slug.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5778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7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plane independently extracted </a:t>
            </a:r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bearer token's first 8 chars (</a:t>
            </a:r>
            <a:pPr indent="0" marL="0">
              <a:buNone/>
            </a:pPr>
            <a:r>
              <a:rPr lang="en-US" sz="1200" dirty="0">
                <a:solidFill>
                  <a:srgbClr val="C07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"pcc_abc1…"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Telemetry never agreed across planes — you couldn't ask: ‘what has Claude Desktop done in the last hour?'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5029200" cy="0"/>
          </a:xfrm>
          <a:prstGeom prst="line">
            <a:avLst/>
          </a:prstGeom>
          <a:noFill/>
          <a:ln w="9525">
            <a:solidFill>
              <a:srgbClr val="D6D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</a:t>
            </a:r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RegistryClient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a stable </a:t>
            </a:r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claude-desktop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acme-ci-bot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 resolver middleware reads the bearer token and writes the slug into a ContextVar. Every downstream plane uses it as </a:t>
            </a:r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</a:t>
            </a:r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Same identity, every plane.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28600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286000"/>
            <a:ext cx="45720" cy="4023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CLIENT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37960" y="3246120"/>
            <a:ext cx="868680" cy="256032"/>
          </a:xfrm>
          <a:prstGeom prst="rect">
            <a:avLst/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E5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70648" y="3246120"/>
            <a:ext cx="868680" cy="256032"/>
          </a:xfrm>
          <a:prstGeom prst="rect">
            <a:avLst/>
          </a:prstGeom>
          <a:solidFill>
            <a:srgbClr val="EDF6EE"/>
          </a:solidFill>
          <a:ln w="12700">
            <a:solidFill>
              <a:srgbClr val="EDF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F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03336" y="3246120"/>
            <a:ext cx="868680" cy="256032"/>
          </a:xfrm>
          <a:prstGeom prst="rect">
            <a:avLst/>
          </a:prstGeom>
          <a:solidFill>
            <a:srgbClr val="EDF6EE"/>
          </a:solidFill>
          <a:ln w="12700">
            <a:solidFill>
              <a:srgbClr val="EDF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3336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F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92440" y="3794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claude-desktop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178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92440" y="4178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45628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92440" y="4562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4946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92440" y="4946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active · 1 revoked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53309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SEEN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92440" y="5330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 ago · via ledger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5715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(24H)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92440" y="5715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   · 6 drift events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37960" y="5715000"/>
            <a:ext cx="4846320" cy="411480"/>
          </a:xfrm>
          <a:prstGeom prst="rect">
            <a:avLst/>
          </a:prstGeom>
          <a:solidFill>
            <a:srgbClr val="FAF5EC"/>
          </a:solidFill>
          <a:ln w="6350">
            <a:solidFill>
              <a:srgbClr val="C079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715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pcc_VdvgQ…  →  actor_id = claude-desktop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· SECURE MCP REGISTRY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IN 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visibility — and a dry-run before you ship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plane records calls under the same slug, the per-client page becomes a real cockpit. And before a client makes a call, you can simulate exactly what every plane would say.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GOVERNANCE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125821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51760"/>
            <a:ext cx="45720" cy="128016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1075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1075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075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25726" y="2651760"/>
            <a:ext cx="125821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5726" y="2651760"/>
            <a:ext cx="45720" cy="1280160"/>
          </a:xfrm>
          <a:prstGeom prst="rect">
            <a:avLst/>
          </a:prstGeom>
          <a:solidFill>
            <a:srgbClr val="C0792E"/>
          </a:solidFill>
          <a:ln w="12700">
            <a:solidFill>
              <a:srgbClr val="C07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2886" y="2743200"/>
            <a:ext cx="1075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62886" y="2999232"/>
            <a:ext cx="1075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62886" y="3566160"/>
            <a:ext cx="1075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· 4 incoming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48533" y="2651760"/>
            <a:ext cx="125821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8533" y="2651760"/>
            <a:ext cx="45720" cy="128016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5693" y="2743200"/>
            <a:ext cx="1075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85693" y="2999232"/>
            <a:ext cx="1075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85693" y="3566160"/>
            <a:ext cx="1075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(24h)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1339" y="2651760"/>
            <a:ext cx="125821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1339" y="2651760"/>
            <a:ext cx="45720" cy="12801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8499" y="2743200"/>
            <a:ext cx="1075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08499" y="2999232"/>
            <a:ext cx="1075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08499" y="3566160"/>
            <a:ext cx="1075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events · 1 high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4146" y="2651760"/>
            <a:ext cx="125821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4146" y="2651760"/>
            <a:ext cx="45720" cy="12801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1306" y="2743200"/>
            <a:ext cx="1075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31306" y="2999232"/>
            <a:ext cx="1075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31306" y="3566160"/>
            <a:ext cx="1075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1 revoked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160520"/>
            <a:ext cx="69494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2702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last 24h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7240" y="5797296"/>
            <a:ext cx="208026" cy="146304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3940" y="5650992"/>
            <a:ext cx="208026" cy="29260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0640" y="5504688"/>
            <a:ext cx="208026" cy="438912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77340" y="5614416"/>
            <a:ext cx="208026" cy="329184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44040" y="5431536"/>
            <a:ext cx="208026" cy="512064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10740" y="5285232"/>
            <a:ext cx="208026" cy="65836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5138928"/>
            <a:ext cx="208026" cy="804672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44140" y="5358384"/>
            <a:ext cx="208026" cy="585216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10840" y="5212080"/>
            <a:ext cx="208026" cy="73152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77540" y="5029200"/>
            <a:ext cx="208026" cy="91440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44240" y="5248656"/>
            <a:ext cx="208026" cy="694944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10940" y="5102352"/>
            <a:ext cx="208026" cy="84124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77640" y="4919472"/>
            <a:ext cx="208026" cy="102412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44340" y="4846320"/>
            <a:ext cx="208026" cy="109728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11040" y="4992624"/>
            <a:ext cx="208026" cy="950976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77740" y="5138928"/>
            <a:ext cx="208026" cy="804672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44440" y="5285232"/>
            <a:ext cx="208026" cy="65836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11140" y="5431536"/>
            <a:ext cx="208026" cy="512064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5504688"/>
            <a:ext cx="208026" cy="438912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44540" y="5358384"/>
            <a:ext cx="208026" cy="585216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11240" y="5212080"/>
            <a:ext cx="208026" cy="731520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77940" y="5065776"/>
            <a:ext cx="208026" cy="877824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44640" y="5285232"/>
            <a:ext cx="208026" cy="658368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11340" y="5504688"/>
            <a:ext cx="208026" cy="438912"/>
          </a:xfrm>
          <a:prstGeom prst="rect">
            <a:avLst/>
          </a:prstGeom>
          <a:solidFill>
            <a:srgbClr val="1E5FA4"/>
          </a:solidFill>
          <a:ln w="12700">
            <a:solidFill>
              <a:srgbClr val="1E5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961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12280" y="5961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1520" y="621792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12s ago</a:t>
            </a:r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call_tool  →  delete_user   </a:t>
            </a:r>
            <a:pPr indent="0" marL="0">
              <a:buNone/>
            </a:pPr>
            <a:r>
              <a:rPr lang="en-US" sz="1100" i="1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(allow · contract a-04 · consent path 2)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35240" y="2286000"/>
            <a:ext cx="40233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35240" y="2286000"/>
            <a:ext cx="45720" cy="42062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6384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· dry-run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863840" y="2743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client + an action.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per-plane verdict.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863840" y="3474720"/>
            <a:ext cx="3566160" cy="502920"/>
          </a:xfrm>
          <a:prstGeom prst="rect">
            <a:avLst/>
          </a:prstGeom>
          <a:solidFill>
            <a:srgbClr val="F5E1DE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6384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DENY  ·  blocked by consent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863840" y="4160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418320" y="4160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863840" y="4526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418320" y="4526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863840" y="48920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418320" y="4892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863840" y="5257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418320" y="5257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record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863840" y="56235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9418320" y="56235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863840" y="6035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recorded · no side effects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MCP — with identity, policy, and proof baked 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349240" cy="1691640"/>
          </a:xfrm>
          <a:prstGeom prst="rect">
            <a:avLst/>
          </a:prstGeom>
          <a:solidFill>
            <a:srgbClr val="152F52"/>
          </a:solidFill>
          <a:ln w="9525">
            <a:solidFill>
              <a:srgbClr val="1E5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54864" cy="1691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334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 you can vouch for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is signed (author or curator), pinned to a versioned upstream, and visible in a queue before it goes live.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2468880"/>
            <a:ext cx="5349240" cy="1691640"/>
          </a:xfrm>
          <a:prstGeom prst="rect">
            <a:avLst/>
          </a:prstGeom>
          <a:solidFill>
            <a:srgbClr val="152F52"/>
          </a:solidFill>
          <a:ln w="9525">
            <a:solidFill>
              <a:srgbClr val="1E5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468880"/>
            <a:ext cx="54864" cy="1691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6334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planes, one identity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3108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contracts, consent, provenance, reflexive — all keyed by the same client slug. No more telemetry that disagrees with itself.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5349240" cy="1691640"/>
          </a:xfrm>
          <a:prstGeom prst="rect">
            <a:avLst/>
          </a:prstGeom>
          <a:solidFill>
            <a:srgbClr val="152F52"/>
          </a:solidFill>
          <a:ln w="9525">
            <a:solidFill>
              <a:srgbClr val="1E5F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434840"/>
            <a:ext cx="54864" cy="1691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994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behaviour, not just config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status chip, hourly call sparkline, drift events as they happen, and a simulator to dry-run before any real call.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4434840"/>
            <a:ext cx="5349240" cy="1691640"/>
          </a:xfrm>
          <a:prstGeom prst="rect">
            <a:avLst/>
          </a:prstGeom>
          <a:solidFill>
            <a:srgbClr val="152F52"/>
          </a:solidFill>
          <a:ln w="9525">
            <a:solidFill>
              <a:srgbClr val="1E5F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434840"/>
            <a:ext cx="54864" cy="1691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5994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your data lives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deployment. Bring-your-own LLM. Fail-closed by default — if a plane can't decide, the call is denied, never silently allowed.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MCP Registry — the trust layer between your agents and your tools.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MCP Registry — from MCP to a governed runtime</dc:title>
  <dc:subject>PptxGenJS Presentation</dc:subject>
  <dc:creator>PureCipher</dc:creator>
  <cp:lastModifiedBy>PureCipher</cp:lastModifiedBy>
  <cp:revision>1</cp:revision>
  <dcterms:created xsi:type="dcterms:W3CDTF">2026-04-26T23:46:09Z</dcterms:created>
  <dcterms:modified xsi:type="dcterms:W3CDTF">2026-04-26T23:46:09Z</dcterms:modified>
</cp:coreProperties>
</file>